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7EVikh9QmmtvugLc175iCDnPj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hong Nguye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83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0-12T08:55:21.071" idx="1">
    <p:pos x="7933" y="1189"/>
    <p:text/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sDjwHnU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F6583E-062C-44A7-8E16-D5BA19B067A2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9DAB278-19C0-4ED5-AD50-7C793B5B100B}">
      <dgm:prSet phldrT="[Text]" phldr="0"/>
      <dgm:spPr/>
      <dgm:t>
        <a:bodyPr/>
        <a:lstStyle/>
        <a:p>
          <a:r>
            <a:rPr lang="en-US" dirty="0"/>
            <a:t>Input Image</a:t>
          </a:r>
        </a:p>
      </dgm:t>
    </dgm:pt>
    <dgm:pt modelId="{82884732-88AE-4CBB-8E59-3557DD4A096B}" type="parTrans" cxnId="{478077BF-4DF6-482B-8DBC-88FC324FBF7B}">
      <dgm:prSet/>
      <dgm:spPr/>
      <dgm:t>
        <a:bodyPr/>
        <a:lstStyle/>
        <a:p>
          <a:endParaRPr lang="en-US"/>
        </a:p>
      </dgm:t>
    </dgm:pt>
    <dgm:pt modelId="{EFFFED33-713D-4961-9711-C3924F236CAF}" type="sibTrans" cxnId="{478077BF-4DF6-482B-8DBC-88FC324FBF7B}">
      <dgm:prSet/>
      <dgm:spPr/>
      <dgm:t>
        <a:bodyPr/>
        <a:lstStyle/>
        <a:p>
          <a:endParaRPr lang="en-US"/>
        </a:p>
      </dgm:t>
    </dgm:pt>
    <dgm:pt modelId="{BF081DA6-61A6-46EB-96AD-10FAC24C39AF}">
      <dgm:prSet phldrT="[Text]"/>
      <dgm:spPr/>
      <dgm:t>
        <a:bodyPr/>
        <a:lstStyle/>
        <a:p>
          <a:r>
            <a:rPr lang="en-US" dirty="0"/>
            <a:t>Grayscale + Gaussian Blur</a:t>
          </a:r>
        </a:p>
      </dgm:t>
    </dgm:pt>
    <dgm:pt modelId="{03DFAE12-7312-4549-ABD0-53788A7289BE}" type="parTrans" cxnId="{7F7496A6-409A-4300-BC3C-50EA1C4584F3}">
      <dgm:prSet/>
      <dgm:spPr/>
      <dgm:t>
        <a:bodyPr/>
        <a:lstStyle/>
        <a:p>
          <a:endParaRPr lang="en-US"/>
        </a:p>
      </dgm:t>
    </dgm:pt>
    <dgm:pt modelId="{BCE69CEE-0AA1-4905-8FC6-DF6728095C07}" type="sibTrans" cxnId="{7F7496A6-409A-4300-BC3C-50EA1C4584F3}">
      <dgm:prSet/>
      <dgm:spPr/>
      <dgm:t>
        <a:bodyPr/>
        <a:lstStyle/>
        <a:p>
          <a:endParaRPr lang="en-US"/>
        </a:p>
      </dgm:t>
    </dgm:pt>
    <dgm:pt modelId="{3128B8C7-1C76-4D08-9EE8-CEE843C8E737}">
      <dgm:prSet phldrT="[Text]"/>
      <dgm:spPr/>
      <dgm:t>
        <a:bodyPr/>
        <a:lstStyle/>
        <a:p>
          <a:r>
            <a:rPr lang="en-US" dirty="0" err="1"/>
            <a:t>Deskewing</a:t>
          </a:r>
          <a:endParaRPr lang="en-US" dirty="0"/>
        </a:p>
      </dgm:t>
    </dgm:pt>
    <dgm:pt modelId="{DA914CC9-2E08-4DF6-8E5D-0BF2391E3F1F}" type="parTrans" cxnId="{03C30227-AAFF-45CB-BC58-4F6AD9D791FC}">
      <dgm:prSet/>
      <dgm:spPr/>
      <dgm:t>
        <a:bodyPr/>
        <a:lstStyle/>
        <a:p>
          <a:endParaRPr lang="en-US"/>
        </a:p>
      </dgm:t>
    </dgm:pt>
    <dgm:pt modelId="{B53BAD09-30D9-4D66-855C-C88000547D72}" type="sibTrans" cxnId="{03C30227-AAFF-45CB-BC58-4F6AD9D791FC}">
      <dgm:prSet/>
      <dgm:spPr/>
      <dgm:t>
        <a:bodyPr/>
        <a:lstStyle/>
        <a:p>
          <a:endParaRPr lang="en-US"/>
        </a:p>
      </dgm:t>
    </dgm:pt>
    <dgm:pt modelId="{BE37A2EC-5F47-46B8-B42E-807F4167CF93}">
      <dgm:prSet/>
      <dgm:spPr/>
      <dgm:t>
        <a:bodyPr/>
        <a:lstStyle/>
        <a:p>
          <a:r>
            <a:rPr lang="en-US" dirty="0"/>
            <a:t>CLAHE</a:t>
          </a:r>
        </a:p>
      </dgm:t>
    </dgm:pt>
    <dgm:pt modelId="{F32EFCB6-CD2B-4E75-B5DD-9891CE5E2DA6}" type="parTrans" cxnId="{763992A8-94DE-45D1-9057-3303F9C7400B}">
      <dgm:prSet/>
      <dgm:spPr/>
      <dgm:t>
        <a:bodyPr/>
        <a:lstStyle/>
        <a:p>
          <a:endParaRPr lang="en-US"/>
        </a:p>
      </dgm:t>
    </dgm:pt>
    <dgm:pt modelId="{65C3E0E3-3DA2-4C31-997D-3BE89D2591FC}" type="sibTrans" cxnId="{763992A8-94DE-45D1-9057-3303F9C7400B}">
      <dgm:prSet/>
      <dgm:spPr/>
      <dgm:t>
        <a:bodyPr/>
        <a:lstStyle/>
        <a:p>
          <a:endParaRPr lang="en-US"/>
        </a:p>
      </dgm:t>
    </dgm:pt>
    <dgm:pt modelId="{E65478AB-7892-4127-B084-E96D782FCCBA}">
      <dgm:prSet/>
      <dgm:spPr/>
      <dgm:t>
        <a:bodyPr/>
        <a:lstStyle/>
        <a:p>
          <a:r>
            <a:rPr lang="en-US" dirty="0"/>
            <a:t>Denoising</a:t>
          </a:r>
        </a:p>
      </dgm:t>
    </dgm:pt>
    <dgm:pt modelId="{27B4607B-397A-4ED0-B692-68E182659585}" type="parTrans" cxnId="{1B6AD3F4-93C4-4BF1-8F21-7DAE463AC792}">
      <dgm:prSet/>
      <dgm:spPr/>
      <dgm:t>
        <a:bodyPr/>
        <a:lstStyle/>
        <a:p>
          <a:endParaRPr lang="en-US"/>
        </a:p>
      </dgm:t>
    </dgm:pt>
    <dgm:pt modelId="{448D85E1-4760-4F11-8AE7-6011E97134E3}" type="sibTrans" cxnId="{1B6AD3F4-93C4-4BF1-8F21-7DAE463AC792}">
      <dgm:prSet/>
      <dgm:spPr/>
      <dgm:t>
        <a:bodyPr/>
        <a:lstStyle/>
        <a:p>
          <a:endParaRPr lang="en-US"/>
        </a:p>
      </dgm:t>
    </dgm:pt>
    <dgm:pt modelId="{FADA4C4E-D294-4799-BE82-7FB71AD9367C}">
      <dgm:prSet/>
      <dgm:spPr/>
      <dgm:t>
        <a:bodyPr/>
        <a:lstStyle/>
        <a:p>
          <a:r>
            <a:rPr lang="en-US" dirty="0"/>
            <a:t>Sharpening</a:t>
          </a:r>
        </a:p>
      </dgm:t>
    </dgm:pt>
    <dgm:pt modelId="{D800E9F9-0C95-44E5-A9EA-3F36386C1034}" type="parTrans" cxnId="{424A7D9E-1A80-4774-BD13-87B6E294A9D3}">
      <dgm:prSet/>
      <dgm:spPr/>
      <dgm:t>
        <a:bodyPr/>
        <a:lstStyle/>
        <a:p>
          <a:endParaRPr lang="en-US"/>
        </a:p>
      </dgm:t>
    </dgm:pt>
    <dgm:pt modelId="{00E38692-031D-4297-8F7E-ECF38EA306BE}" type="sibTrans" cxnId="{424A7D9E-1A80-4774-BD13-87B6E294A9D3}">
      <dgm:prSet/>
      <dgm:spPr/>
      <dgm:t>
        <a:bodyPr/>
        <a:lstStyle/>
        <a:p>
          <a:endParaRPr lang="en-US"/>
        </a:p>
      </dgm:t>
    </dgm:pt>
    <dgm:pt modelId="{24917DC2-DD92-4133-A6E1-3C2561EBB3A0}">
      <dgm:prSet/>
      <dgm:spPr/>
      <dgm:t>
        <a:bodyPr/>
        <a:lstStyle/>
        <a:p>
          <a:r>
            <a:rPr lang="en-US" dirty="0"/>
            <a:t>Adaptive Thresholding</a:t>
          </a:r>
        </a:p>
      </dgm:t>
    </dgm:pt>
    <dgm:pt modelId="{A1011B40-2D6D-4D4D-9B99-0497DAE50D8A}" type="parTrans" cxnId="{1E54493D-B4B8-4A9C-AA56-99CB4707E9C6}">
      <dgm:prSet/>
      <dgm:spPr/>
      <dgm:t>
        <a:bodyPr/>
        <a:lstStyle/>
        <a:p>
          <a:endParaRPr lang="en-US"/>
        </a:p>
      </dgm:t>
    </dgm:pt>
    <dgm:pt modelId="{ABFC426E-7402-4A94-BB0E-6111D748D80C}" type="sibTrans" cxnId="{1E54493D-B4B8-4A9C-AA56-99CB4707E9C6}">
      <dgm:prSet/>
      <dgm:spPr/>
      <dgm:t>
        <a:bodyPr/>
        <a:lstStyle/>
        <a:p>
          <a:endParaRPr lang="en-US"/>
        </a:p>
      </dgm:t>
    </dgm:pt>
    <dgm:pt modelId="{6E1D8017-1AF5-411D-AC60-F0ECA3F24C3C}">
      <dgm:prSet/>
      <dgm:spPr/>
      <dgm:t>
        <a:bodyPr/>
        <a:lstStyle/>
        <a:p>
          <a:r>
            <a:rPr lang="en-US" dirty="0"/>
            <a:t>Output Image</a:t>
          </a:r>
        </a:p>
      </dgm:t>
    </dgm:pt>
    <dgm:pt modelId="{605661B3-12B7-4246-836A-221B45F8F7EF}" type="parTrans" cxnId="{476F9FFE-313B-44BF-B367-DE55A7855EF0}">
      <dgm:prSet/>
      <dgm:spPr/>
      <dgm:t>
        <a:bodyPr/>
        <a:lstStyle/>
        <a:p>
          <a:endParaRPr lang="en-US"/>
        </a:p>
      </dgm:t>
    </dgm:pt>
    <dgm:pt modelId="{12346F8B-DD47-45EB-A5B2-B755D697211E}" type="sibTrans" cxnId="{476F9FFE-313B-44BF-B367-DE55A7855EF0}">
      <dgm:prSet/>
      <dgm:spPr/>
      <dgm:t>
        <a:bodyPr/>
        <a:lstStyle/>
        <a:p>
          <a:endParaRPr lang="en-US"/>
        </a:p>
      </dgm:t>
    </dgm:pt>
    <dgm:pt modelId="{0401E281-0DEB-42A6-9594-EC24C2462000}" type="pres">
      <dgm:prSet presAssocID="{19F6583E-062C-44A7-8E16-D5BA19B067A2}" presName="Name0" presStyleCnt="0">
        <dgm:presLayoutVars>
          <dgm:dir/>
          <dgm:resizeHandles val="exact"/>
        </dgm:presLayoutVars>
      </dgm:prSet>
      <dgm:spPr/>
    </dgm:pt>
    <dgm:pt modelId="{E62E362A-FD21-4B1A-B3D8-0AAF5DD122AB}" type="pres">
      <dgm:prSet presAssocID="{A9DAB278-19C0-4ED5-AD50-7C793B5B100B}" presName="node" presStyleLbl="node1" presStyleIdx="0" presStyleCnt="8">
        <dgm:presLayoutVars>
          <dgm:bulletEnabled val="1"/>
        </dgm:presLayoutVars>
      </dgm:prSet>
      <dgm:spPr/>
    </dgm:pt>
    <dgm:pt modelId="{8285DB47-A6F1-405D-B6CE-C687CADB7A60}" type="pres">
      <dgm:prSet presAssocID="{EFFFED33-713D-4961-9711-C3924F236CAF}" presName="sibTrans" presStyleLbl="sibTrans2D1" presStyleIdx="0" presStyleCnt="7"/>
      <dgm:spPr/>
    </dgm:pt>
    <dgm:pt modelId="{E00949DB-84C2-46AF-A3A3-FCF292D6C290}" type="pres">
      <dgm:prSet presAssocID="{EFFFED33-713D-4961-9711-C3924F236CAF}" presName="connectorText" presStyleLbl="sibTrans2D1" presStyleIdx="0" presStyleCnt="7"/>
      <dgm:spPr/>
    </dgm:pt>
    <dgm:pt modelId="{42F7B71F-06C1-4045-ADA0-B0782EB74108}" type="pres">
      <dgm:prSet presAssocID="{BF081DA6-61A6-46EB-96AD-10FAC24C39AF}" presName="node" presStyleLbl="node1" presStyleIdx="1" presStyleCnt="8">
        <dgm:presLayoutVars>
          <dgm:bulletEnabled val="1"/>
        </dgm:presLayoutVars>
      </dgm:prSet>
      <dgm:spPr/>
    </dgm:pt>
    <dgm:pt modelId="{57759577-22AF-417E-BE8F-1670BAB304D8}" type="pres">
      <dgm:prSet presAssocID="{BCE69CEE-0AA1-4905-8FC6-DF6728095C07}" presName="sibTrans" presStyleLbl="sibTrans2D1" presStyleIdx="1" presStyleCnt="7"/>
      <dgm:spPr/>
    </dgm:pt>
    <dgm:pt modelId="{0CD26B24-102E-4178-A4A9-7F4F4F7541A4}" type="pres">
      <dgm:prSet presAssocID="{BCE69CEE-0AA1-4905-8FC6-DF6728095C07}" presName="connectorText" presStyleLbl="sibTrans2D1" presStyleIdx="1" presStyleCnt="7"/>
      <dgm:spPr/>
    </dgm:pt>
    <dgm:pt modelId="{98B55BFF-8A81-4C85-B5BE-D6CE552512A7}" type="pres">
      <dgm:prSet presAssocID="{3128B8C7-1C76-4D08-9EE8-CEE843C8E737}" presName="node" presStyleLbl="node1" presStyleIdx="2" presStyleCnt="8">
        <dgm:presLayoutVars>
          <dgm:bulletEnabled val="1"/>
        </dgm:presLayoutVars>
      </dgm:prSet>
      <dgm:spPr/>
    </dgm:pt>
    <dgm:pt modelId="{058513A3-96A1-41C0-94CE-25E67DA681FA}" type="pres">
      <dgm:prSet presAssocID="{B53BAD09-30D9-4D66-855C-C88000547D72}" presName="sibTrans" presStyleLbl="sibTrans2D1" presStyleIdx="2" presStyleCnt="7"/>
      <dgm:spPr/>
    </dgm:pt>
    <dgm:pt modelId="{FFB87C07-9077-44DC-9EF2-E13A4BFDBFDA}" type="pres">
      <dgm:prSet presAssocID="{B53BAD09-30D9-4D66-855C-C88000547D72}" presName="connectorText" presStyleLbl="sibTrans2D1" presStyleIdx="2" presStyleCnt="7"/>
      <dgm:spPr/>
    </dgm:pt>
    <dgm:pt modelId="{0C2924D3-4485-4AD3-9C84-A364925C5C6D}" type="pres">
      <dgm:prSet presAssocID="{BE37A2EC-5F47-46B8-B42E-807F4167CF93}" presName="node" presStyleLbl="node1" presStyleIdx="3" presStyleCnt="8">
        <dgm:presLayoutVars>
          <dgm:bulletEnabled val="1"/>
        </dgm:presLayoutVars>
      </dgm:prSet>
      <dgm:spPr/>
    </dgm:pt>
    <dgm:pt modelId="{4E8B6B2D-0743-44FB-9EB0-83FD84B8F269}" type="pres">
      <dgm:prSet presAssocID="{65C3E0E3-3DA2-4C31-997D-3BE89D2591FC}" presName="sibTrans" presStyleLbl="sibTrans2D1" presStyleIdx="3" presStyleCnt="7"/>
      <dgm:spPr/>
    </dgm:pt>
    <dgm:pt modelId="{CB172ACC-6685-457F-AC21-CCC6F74C278D}" type="pres">
      <dgm:prSet presAssocID="{65C3E0E3-3DA2-4C31-997D-3BE89D2591FC}" presName="connectorText" presStyleLbl="sibTrans2D1" presStyleIdx="3" presStyleCnt="7"/>
      <dgm:spPr/>
    </dgm:pt>
    <dgm:pt modelId="{FA61DBD9-D88A-44BB-A936-93EEA1D52892}" type="pres">
      <dgm:prSet presAssocID="{E65478AB-7892-4127-B084-E96D782FCCBA}" presName="node" presStyleLbl="node1" presStyleIdx="4" presStyleCnt="8">
        <dgm:presLayoutVars>
          <dgm:bulletEnabled val="1"/>
        </dgm:presLayoutVars>
      </dgm:prSet>
      <dgm:spPr/>
    </dgm:pt>
    <dgm:pt modelId="{80A4B790-819E-4959-BF65-8FB8E26024D3}" type="pres">
      <dgm:prSet presAssocID="{448D85E1-4760-4F11-8AE7-6011E97134E3}" presName="sibTrans" presStyleLbl="sibTrans2D1" presStyleIdx="4" presStyleCnt="7"/>
      <dgm:spPr/>
    </dgm:pt>
    <dgm:pt modelId="{863CE647-51A3-43DC-9656-1749D4D3B33E}" type="pres">
      <dgm:prSet presAssocID="{448D85E1-4760-4F11-8AE7-6011E97134E3}" presName="connectorText" presStyleLbl="sibTrans2D1" presStyleIdx="4" presStyleCnt="7"/>
      <dgm:spPr/>
    </dgm:pt>
    <dgm:pt modelId="{69F33A44-C251-4148-AAFA-EA089875A21B}" type="pres">
      <dgm:prSet presAssocID="{FADA4C4E-D294-4799-BE82-7FB71AD9367C}" presName="node" presStyleLbl="node1" presStyleIdx="5" presStyleCnt="8">
        <dgm:presLayoutVars>
          <dgm:bulletEnabled val="1"/>
        </dgm:presLayoutVars>
      </dgm:prSet>
      <dgm:spPr/>
    </dgm:pt>
    <dgm:pt modelId="{3D161FEB-34D0-4B67-8DC7-A0E42E43FDD3}" type="pres">
      <dgm:prSet presAssocID="{00E38692-031D-4297-8F7E-ECF38EA306BE}" presName="sibTrans" presStyleLbl="sibTrans2D1" presStyleIdx="5" presStyleCnt="7"/>
      <dgm:spPr/>
    </dgm:pt>
    <dgm:pt modelId="{E43FB677-D0C6-4A51-B919-4BB6B4F067A9}" type="pres">
      <dgm:prSet presAssocID="{00E38692-031D-4297-8F7E-ECF38EA306BE}" presName="connectorText" presStyleLbl="sibTrans2D1" presStyleIdx="5" presStyleCnt="7"/>
      <dgm:spPr/>
    </dgm:pt>
    <dgm:pt modelId="{C29CBE1F-5E8F-4255-95A5-A53932EC87B1}" type="pres">
      <dgm:prSet presAssocID="{24917DC2-DD92-4133-A6E1-3C2561EBB3A0}" presName="node" presStyleLbl="node1" presStyleIdx="6" presStyleCnt="8">
        <dgm:presLayoutVars>
          <dgm:bulletEnabled val="1"/>
        </dgm:presLayoutVars>
      </dgm:prSet>
      <dgm:spPr/>
    </dgm:pt>
    <dgm:pt modelId="{F0980012-5F25-4515-94E0-7F5A0C727848}" type="pres">
      <dgm:prSet presAssocID="{ABFC426E-7402-4A94-BB0E-6111D748D80C}" presName="sibTrans" presStyleLbl="sibTrans2D1" presStyleIdx="6" presStyleCnt="7"/>
      <dgm:spPr/>
    </dgm:pt>
    <dgm:pt modelId="{73F79B7F-D51C-45E4-B153-E629C2401041}" type="pres">
      <dgm:prSet presAssocID="{ABFC426E-7402-4A94-BB0E-6111D748D80C}" presName="connectorText" presStyleLbl="sibTrans2D1" presStyleIdx="6" presStyleCnt="7"/>
      <dgm:spPr/>
    </dgm:pt>
    <dgm:pt modelId="{C201F07D-AF29-4D8E-8BD5-37871B1F10EF}" type="pres">
      <dgm:prSet presAssocID="{6E1D8017-1AF5-411D-AC60-F0ECA3F24C3C}" presName="node" presStyleLbl="node1" presStyleIdx="7" presStyleCnt="8">
        <dgm:presLayoutVars>
          <dgm:bulletEnabled val="1"/>
        </dgm:presLayoutVars>
      </dgm:prSet>
      <dgm:spPr/>
    </dgm:pt>
  </dgm:ptLst>
  <dgm:cxnLst>
    <dgm:cxn modelId="{261AE90C-82A6-4748-8B1C-54319C4E30C6}" type="presOf" srcId="{A9DAB278-19C0-4ED5-AD50-7C793B5B100B}" destId="{E62E362A-FD21-4B1A-B3D8-0AAF5DD122AB}" srcOrd="0" destOrd="0" presId="urn:microsoft.com/office/officeart/2005/8/layout/process1"/>
    <dgm:cxn modelId="{CFD3CB1D-A5EE-4C90-9E9A-6A193F5498F0}" type="presOf" srcId="{ABFC426E-7402-4A94-BB0E-6111D748D80C}" destId="{F0980012-5F25-4515-94E0-7F5A0C727848}" srcOrd="0" destOrd="0" presId="urn:microsoft.com/office/officeart/2005/8/layout/process1"/>
    <dgm:cxn modelId="{03C30227-AAFF-45CB-BC58-4F6AD9D791FC}" srcId="{19F6583E-062C-44A7-8E16-D5BA19B067A2}" destId="{3128B8C7-1C76-4D08-9EE8-CEE843C8E737}" srcOrd="2" destOrd="0" parTransId="{DA914CC9-2E08-4DF6-8E5D-0BF2391E3F1F}" sibTransId="{B53BAD09-30D9-4D66-855C-C88000547D72}"/>
    <dgm:cxn modelId="{3700EE34-737B-49EB-9EB7-8E668E7DE3D4}" type="presOf" srcId="{6E1D8017-1AF5-411D-AC60-F0ECA3F24C3C}" destId="{C201F07D-AF29-4D8E-8BD5-37871B1F10EF}" srcOrd="0" destOrd="0" presId="urn:microsoft.com/office/officeart/2005/8/layout/process1"/>
    <dgm:cxn modelId="{1E54493D-B4B8-4A9C-AA56-99CB4707E9C6}" srcId="{19F6583E-062C-44A7-8E16-D5BA19B067A2}" destId="{24917DC2-DD92-4133-A6E1-3C2561EBB3A0}" srcOrd="6" destOrd="0" parTransId="{A1011B40-2D6D-4D4D-9B99-0497DAE50D8A}" sibTransId="{ABFC426E-7402-4A94-BB0E-6111D748D80C}"/>
    <dgm:cxn modelId="{E819C03E-33C2-4C93-8553-2E09BBEFB42C}" type="presOf" srcId="{00E38692-031D-4297-8F7E-ECF38EA306BE}" destId="{3D161FEB-34D0-4B67-8DC7-A0E42E43FDD3}" srcOrd="0" destOrd="0" presId="urn:microsoft.com/office/officeart/2005/8/layout/process1"/>
    <dgm:cxn modelId="{FF61E145-AEF6-4D64-946F-B4962BA611B4}" type="presOf" srcId="{EFFFED33-713D-4961-9711-C3924F236CAF}" destId="{E00949DB-84C2-46AF-A3A3-FCF292D6C290}" srcOrd="1" destOrd="0" presId="urn:microsoft.com/office/officeart/2005/8/layout/process1"/>
    <dgm:cxn modelId="{74710A6A-678F-48D5-8705-2B7C67B7B239}" type="presOf" srcId="{E65478AB-7892-4127-B084-E96D782FCCBA}" destId="{FA61DBD9-D88A-44BB-A936-93EEA1D52892}" srcOrd="0" destOrd="0" presId="urn:microsoft.com/office/officeart/2005/8/layout/process1"/>
    <dgm:cxn modelId="{CAA59852-4F12-4C17-8416-7D416CE33B45}" type="presOf" srcId="{BE37A2EC-5F47-46B8-B42E-807F4167CF93}" destId="{0C2924D3-4485-4AD3-9C84-A364925C5C6D}" srcOrd="0" destOrd="0" presId="urn:microsoft.com/office/officeart/2005/8/layout/process1"/>
    <dgm:cxn modelId="{E645A173-2F63-4CC0-B6AC-DF734C108D2A}" type="presOf" srcId="{448D85E1-4760-4F11-8AE7-6011E97134E3}" destId="{80A4B790-819E-4959-BF65-8FB8E26024D3}" srcOrd="0" destOrd="0" presId="urn:microsoft.com/office/officeart/2005/8/layout/process1"/>
    <dgm:cxn modelId="{8A6A877C-82A3-4D29-864B-AB2BF68B010E}" type="presOf" srcId="{ABFC426E-7402-4A94-BB0E-6111D748D80C}" destId="{73F79B7F-D51C-45E4-B153-E629C2401041}" srcOrd="1" destOrd="0" presId="urn:microsoft.com/office/officeart/2005/8/layout/process1"/>
    <dgm:cxn modelId="{5BD31C87-AACD-4FFA-8C47-6C4E6E422C2D}" type="presOf" srcId="{24917DC2-DD92-4133-A6E1-3C2561EBB3A0}" destId="{C29CBE1F-5E8F-4255-95A5-A53932EC87B1}" srcOrd="0" destOrd="0" presId="urn:microsoft.com/office/officeart/2005/8/layout/process1"/>
    <dgm:cxn modelId="{90A47387-F469-43F1-A935-F1E007189011}" type="presOf" srcId="{B53BAD09-30D9-4D66-855C-C88000547D72}" destId="{058513A3-96A1-41C0-94CE-25E67DA681FA}" srcOrd="0" destOrd="0" presId="urn:microsoft.com/office/officeart/2005/8/layout/process1"/>
    <dgm:cxn modelId="{C780E18B-9752-481B-B2EA-50C913941EF4}" type="presOf" srcId="{3128B8C7-1C76-4D08-9EE8-CEE843C8E737}" destId="{98B55BFF-8A81-4C85-B5BE-D6CE552512A7}" srcOrd="0" destOrd="0" presId="urn:microsoft.com/office/officeart/2005/8/layout/process1"/>
    <dgm:cxn modelId="{5911A48F-3014-4A10-879F-8E6F22D87386}" type="presOf" srcId="{19F6583E-062C-44A7-8E16-D5BA19B067A2}" destId="{0401E281-0DEB-42A6-9594-EC24C2462000}" srcOrd="0" destOrd="0" presId="urn:microsoft.com/office/officeart/2005/8/layout/process1"/>
    <dgm:cxn modelId="{EAC1939D-7E57-40B6-A553-43C6E4375062}" type="presOf" srcId="{FADA4C4E-D294-4799-BE82-7FB71AD9367C}" destId="{69F33A44-C251-4148-AAFA-EA089875A21B}" srcOrd="0" destOrd="0" presId="urn:microsoft.com/office/officeart/2005/8/layout/process1"/>
    <dgm:cxn modelId="{424A7D9E-1A80-4774-BD13-87B6E294A9D3}" srcId="{19F6583E-062C-44A7-8E16-D5BA19B067A2}" destId="{FADA4C4E-D294-4799-BE82-7FB71AD9367C}" srcOrd="5" destOrd="0" parTransId="{D800E9F9-0C95-44E5-A9EA-3F36386C1034}" sibTransId="{00E38692-031D-4297-8F7E-ECF38EA306BE}"/>
    <dgm:cxn modelId="{7F7496A6-409A-4300-BC3C-50EA1C4584F3}" srcId="{19F6583E-062C-44A7-8E16-D5BA19B067A2}" destId="{BF081DA6-61A6-46EB-96AD-10FAC24C39AF}" srcOrd="1" destOrd="0" parTransId="{03DFAE12-7312-4549-ABD0-53788A7289BE}" sibTransId="{BCE69CEE-0AA1-4905-8FC6-DF6728095C07}"/>
    <dgm:cxn modelId="{763992A8-94DE-45D1-9057-3303F9C7400B}" srcId="{19F6583E-062C-44A7-8E16-D5BA19B067A2}" destId="{BE37A2EC-5F47-46B8-B42E-807F4167CF93}" srcOrd="3" destOrd="0" parTransId="{F32EFCB6-CD2B-4E75-B5DD-9891CE5E2DA6}" sibTransId="{65C3E0E3-3DA2-4C31-997D-3BE89D2591FC}"/>
    <dgm:cxn modelId="{5D1FC9AB-C1B7-4EB4-9D37-7BDCC197C58C}" type="presOf" srcId="{65C3E0E3-3DA2-4C31-997D-3BE89D2591FC}" destId="{CB172ACC-6685-457F-AC21-CCC6F74C278D}" srcOrd="1" destOrd="0" presId="urn:microsoft.com/office/officeart/2005/8/layout/process1"/>
    <dgm:cxn modelId="{8738D3B3-3724-4B0F-9A85-E1CE2117A1DC}" type="presOf" srcId="{BCE69CEE-0AA1-4905-8FC6-DF6728095C07}" destId="{57759577-22AF-417E-BE8F-1670BAB304D8}" srcOrd="0" destOrd="0" presId="urn:microsoft.com/office/officeart/2005/8/layout/process1"/>
    <dgm:cxn modelId="{AC6DE3B8-12E5-483B-B5D3-6F02E93F1E22}" type="presOf" srcId="{B53BAD09-30D9-4D66-855C-C88000547D72}" destId="{FFB87C07-9077-44DC-9EF2-E13A4BFDBFDA}" srcOrd="1" destOrd="0" presId="urn:microsoft.com/office/officeart/2005/8/layout/process1"/>
    <dgm:cxn modelId="{CBAB64BB-EE5E-46B4-844E-1FEBE8A068B9}" type="presOf" srcId="{448D85E1-4760-4F11-8AE7-6011E97134E3}" destId="{863CE647-51A3-43DC-9656-1749D4D3B33E}" srcOrd="1" destOrd="0" presId="urn:microsoft.com/office/officeart/2005/8/layout/process1"/>
    <dgm:cxn modelId="{478077BF-4DF6-482B-8DBC-88FC324FBF7B}" srcId="{19F6583E-062C-44A7-8E16-D5BA19B067A2}" destId="{A9DAB278-19C0-4ED5-AD50-7C793B5B100B}" srcOrd="0" destOrd="0" parTransId="{82884732-88AE-4CBB-8E59-3557DD4A096B}" sibTransId="{EFFFED33-713D-4961-9711-C3924F236CAF}"/>
    <dgm:cxn modelId="{3B6020CE-11AF-4327-96C6-C6736C3E9E4C}" type="presOf" srcId="{EFFFED33-713D-4961-9711-C3924F236CAF}" destId="{8285DB47-A6F1-405D-B6CE-C687CADB7A60}" srcOrd="0" destOrd="0" presId="urn:microsoft.com/office/officeart/2005/8/layout/process1"/>
    <dgm:cxn modelId="{D3E682D7-6E0A-4E50-9CC5-22A8DBC5C9ED}" type="presOf" srcId="{BCE69CEE-0AA1-4905-8FC6-DF6728095C07}" destId="{0CD26B24-102E-4178-A4A9-7F4F4F7541A4}" srcOrd="1" destOrd="0" presId="urn:microsoft.com/office/officeart/2005/8/layout/process1"/>
    <dgm:cxn modelId="{A179E1D7-1CC1-4827-B9E8-E5454DB72705}" type="presOf" srcId="{00E38692-031D-4297-8F7E-ECF38EA306BE}" destId="{E43FB677-D0C6-4A51-B919-4BB6B4F067A9}" srcOrd="1" destOrd="0" presId="urn:microsoft.com/office/officeart/2005/8/layout/process1"/>
    <dgm:cxn modelId="{900084DA-A6E8-4C41-88FE-178330101812}" type="presOf" srcId="{65C3E0E3-3DA2-4C31-997D-3BE89D2591FC}" destId="{4E8B6B2D-0743-44FB-9EB0-83FD84B8F269}" srcOrd="0" destOrd="0" presId="urn:microsoft.com/office/officeart/2005/8/layout/process1"/>
    <dgm:cxn modelId="{A82ED7DF-24A9-43E6-9BDD-BF42AE42D6C7}" type="presOf" srcId="{BF081DA6-61A6-46EB-96AD-10FAC24C39AF}" destId="{42F7B71F-06C1-4045-ADA0-B0782EB74108}" srcOrd="0" destOrd="0" presId="urn:microsoft.com/office/officeart/2005/8/layout/process1"/>
    <dgm:cxn modelId="{1B6AD3F4-93C4-4BF1-8F21-7DAE463AC792}" srcId="{19F6583E-062C-44A7-8E16-D5BA19B067A2}" destId="{E65478AB-7892-4127-B084-E96D782FCCBA}" srcOrd="4" destOrd="0" parTransId="{27B4607B-397A-4ED0-B692-68E182659585}" sibTransId="{448D85E1-4760-4F11-8AE7-6011E97134E3}"/>
    <dgm:cxn modelId="{476F9FFE-313B-44BF-B367-DE55A7855EF0}" srcId="{19F6583E-062C-44A7-8E16-D5BA19B067A2}" destId="{6E1D8017-1AF5-411D-AC60-F0ECA3F24C3C}" srcOrd="7" destOrd="0" parTransId="{605661B3-12B7-4246-836A-221B45F8F7EF}" sibTransId="{12346F8B-DD47-45EB-A5B2-B755D697211E}"/>
    <dgm:cxn modelId="{B3291E73-0A71-43FD-ABF2-E1A84D27EB94}" type="presParOf" srcId="{0401E281-0DEB-42A6-9594-EC24C2462000}" destId="{E62E362A-FD21-4B1A-B3D8-0AAF5DD122AB}" srcOrd="0" destOrd="0" presId="urn:microsoft.com/office/officeart/2005/8/layout/process1"/>
    <dgm:cxn modelId="{3B0F0E88-5491-4DE4-8EE1-C1A414FE9098}" type="presParOf" srcId="{0401E281-0DEB-42A6-9594-EC24C2462000}" destId="{8285DB47-A6F1-405D-B6CE-C687CADB7A60}" srcOrd="1" destOrd="0" presId="urn:microsoft.com/office/officeart/2005/8/layout/process1"/>
    <dgm:cxn modelId="{1FB6FDEA-5271-4219-B976-F36C75E7EE90}" type="presParOf" srcId="{8285DB47-A6F1-405D-B6CE-C687CADB7A60}" destId="{E00949DB-84C2-46AF-A3A3-FCF292D6C290}" srcOrd="0" destOrd="0" presId="urn:microsoft.com/office/officeart/2005/8/layout/process1"/>
    <dgm:cxn modelId="{E9D2C6DD-4B8C-4BEA-8486-06142FB9B454}" type="presParOf" srcId="{0401E281-0DEB-42A6-9594-EC24C2462000}" destId="{42F7B71F-06C1-4045-ADA0-B0782EB74108}" srcOrd="2" destOrd="0" presId="urn:microsoft.com/office/officeart/2005/8/layout/process1"/>
    <dgm:cxn modelId="{3B4B8531-528B-479E-9A8F-CAAABE0C3F34}" type="presParOf" srcId="{0401E281-0DEB-42A6-9594-EC24C2462000}" destId="{57759577-22AF-417E-BE8F-1670BAB304D8}" srcOrd="3" destOrd="0" presId="urn:microsoft.com/office/officeart/2005/8/layout/process1"/>
    <dgm:cxn modelId="{28BCD521-8A3A-4A10-BBAF-4BF3709E07C3}" type="presParOf" srcId="{57759577-22AF-417E-BE8F-1670BAB304D8}" destId="{0CD26B24-102E-4178-A4A9-7F4F4F7541A4}" srcOrd="0" destOrd="0" presId="urn:microsoft.com/office/officeart/2005/8/layout/process1"/>
    <dgm:cxn modelId="{DFC8F076-F320-4BAB-8980-ABF6348725CE}" type="presParOf" srcId="{0401E281-0DEB-42A6-9594-EC24C2462000}" destId="{98B55BFF-8A81-4C85-B5BE-D6CE552512A7}" srcOrd="4" destOrd="0" presId="urn:microsoft.com/office/officeart/2005/8/layout/process1"/>
    <dgm:cxn modelId="{8206F366-CB2E-4063-8B26-C982E63D905C}" type="presParOf" srcId="{0401E281-0DEB-42A6-9594-EC24C2462000}" destId="{058513A3-96A1-41C0-94CE-25E67DA681FA}" srcOrd="5" destOrd="0" presId="urn:microsoft.com/office/officeart/2005/8/layout/process1"/>
    <dgm:cxn modelId="{C6F0A700-924D-49A9-9838-8898FF48222E}" type="presParOf" srcId="{058513A3-96A1-41C0-94CE-25E67DA681FA}" destId="{FFB87C07-9077-44DC-9EF2-E13A4BFDBFDA}" srcOrd="0" destOrd="0" presId="urn:microsoft.com/office/officeart/2005/8/layout/process1"/>
    <dgm:cxn modelId="{4DB3F18E-8F7D-4E90-8328-5D9644D7F0CF}" type="presParOf" srcId="{0401E281-0DEB-42A6-9594-EC24C2462000}" destId="{0C2924D3-4485-4AD3-9C84-A364925C5C6D}" srcOrd="6" destOrd="0" presId="urn:microsoft.com/office/officeart/2005/8/layout/process1"/>
    <dgm:cxn modelId="{90F5AE39-061D-4B5B-B658-A101AF478556}" type="presParOf" srcId="{0401E281-0DEB-42A6-9594-EC24C2462000}" destId="{4E8B6B2D-0743-44FB-9EB0-83FD84B8F269}" srcOrd="7" destOrd="0" presId="urn:microsoft.com/office/officeart/2005/8/layout/process1"/>
    <dgm:cxn modelId="{CB82F13D-3AF9-4EA9-B81D-3BEABA53F976}" type="presParOf" srcId="{4E8B6B2D-0743-44FB-9EB0-83FD84B8F269}" destId="{CB172ACC-6685-457F-AC21-CCC6F74C278D}" srcOrd="0" destOrd="0" presId="urn:microsoft.com/office/officeart/2005/8/layout/process1"/>
    <dgm:cxn modelId="{1431D3C1-DF7A-4C5B-A378-B9FBF0EDAFDD}" type="presParOf" srcId="{0401E281-0DEB-42A6-9594-EC24C2462000}" destId="{FA61DBD9-D88A-44BB-A936-93EEA1D52892}" srcOrd="8" destOrd="0" presId="urn:microsoft.com/office/officeart/2005/8/layout/process1"/>
    <dgm:cxn modelId="{95A1FB84-6829-46F8-A2C3-E53961EE524D}" type="presParOf" srcId="{0401E281-0DEB-42A6-9594-EC24C2462000}" destId="{80A4B790-819E-4959-BF65-8FB8E26024D3}" srcOrd="9" destOrd="0" presId="urn:microsoft.com/office/officeart/2005/8/layout/process1"/>
    <dgm:cxn modelId="{A40D2F8A-A506-46CF-821E-BCF809D6BDC5}" type="presParOf" srcId="{80A4B790-819E-4959-BF65-8FB8E26024D3}" destId="{863CE647-51A3-43DC-9656-1749D4D3B33E}" srcOrd="0" destOrd="0" presId="urn:microsoft.com/office/officeart/2005/8/layout/process1"/>
    <dgm:cxn modelId="{57A1D25F-559C-423A-9693-EAEF7274A22F}" type="presParOf" srcId="{0401E281-0DEB-42A6-9594-EC24C2462000}" destId="{69F33A44-C251-4148-AAFA-EA089875A21B}" srcOrd="10" destOrd="0" presId="urn:microsoft.com/office/officeart/2005/8/layout/process1"/>
    <dgm:cxn modelId="{B22954B2-9795-4AF1-8522-96297D5C714C}" type="presParOf" srcId="{0401E281-0DEB-42A6-9594-EC24C2462000}" destId="{3D161FEB-34D0-4B67-8DC7-A0E42E43FDD3}" srcOrd="11" destOrd="0" presId="urn:microsoft.com/office/officeart/2005/8/layout/process1"/>
    <dgm:cxn modelId="{12FFF7E4-F648-4D5A-A298-B1B588EFBC7E}" type="presParOf" srcId="{3D161FEB-34D0-4B67-8DC7-A0E42E43FDD3}" destId="{E43FB677-D0C6-4A51-B919-4BB6B4F067A9}" srcOrd="0" destOrd="0" presId="urn:microsoft.com/office/officeart/2005/8/layout/process1"/>
    <dgm:cxn modelId="{06FAC056-4BCD-4093-A699-5E9B36AD99EC}" type="presParOf" srcId="{0401E281-0DEB-42A6-9594-EC24C2462000}" destId="{C29CBE1F-5E8F-4255-95A5-A53932EC87B1}" srcOrd="12" destOrd="0" presId="urn:microsoft.com/office/officeart/2005/8/layout/process1"/>
    <dgm:cxn modelId="{95D3650E-99E8-4EF5-B02D-6C6A1E34A4BC}" type="presParOf" srcId="{0401E281-0DEB-42A6-9594-EC24C2462000}" destId="{F0980012-5F25-4515-94E0-7F5A0C727848}" srcOrd="13" destOrd="0" presId="urn:microsoft.com/office/officeart/2005/8/layout/process1"/>
    <dgm:cxn modelId="{AE7CA07D-F880-4634-9375-A0EDC5217279}" type="presParOf" srcId="{F0980012-5F25-4515-94E0-7F5A0C727848}" destId="{73F79B7F-D51C-45E4-B153-E629C2401041}" srcOrd="0" destOrd="0" presId="urn:microsoft.com/office/officeart/2005/8/layout/process1"/>
    <dgm:cxn modelId="{E5196A7A-C2B2-4A71-B6CD-61CC0E81D1B4}" type="presParOf" srcId="{0401E281-0DEB-42A6-9594-EC24C2462000}" destId="{C201F07D-AF29-4D8E-8BD5-37871B1F10EF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E362A-FD21-4B1A-B3D8-0AAF5DD122AB}">
      <dsp:nvSpPr>
        <dsp:cNvPr id="0" name=""/>
        <dsp:cNvSpPr/>
      </dsp:nvSpPr>
      <dsp:spPr>
        <a:xfrm>
          <a:off x="3838" y="2523178"/>
          <a:ext cx="1039117" cy="6234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Input Image</a:t>
          </a:r>
        </a:p>
      </dsp:txBody>
      <dsp:txXfrm>
        <a:off x="22099" y="2541439"/>
        <a:ext cx="1002595" cy="586948"/>
      </dsp:txXfrm>
    </dsp:sp>
    <dsp:sp modelId="{8285DB47-A6F1-405D-B6CE-C687CADB7A60}">
      <dsp:nvSpPr>
        <dsp:cNvPr id="0" name=""/>
        <dsp:cNvSpPr/>
      </dsp:nvSpPr>
      <dsp:spPr>
        <a:xfrm>
          <a:off x="1146867" y="2706063"/>
          <a:ext cx="220292" cy="25770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46867" y="2757603"/>
        <a:ext cx="154204" cy="154621"/>
      </dsp:txXfrm>
    </dsp:sp>
    <dsp:sp modelId="{42F7B71F-06C1-4045-ADA0-B0782EB74108}">
      <dsp:nvSpPr>
        <dsp:cNvPr id="0" name=""/>
        <dsp:cNvSpPr/>
      </dsp:nvSpPr>
      <dsp:spPr>
        <a:xfrm>
          <a:off x="1458602" y="2523178"/>
          <a:ext cx="1039117" cy="6234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Grayscale + Gaussian Blur</a:t>
          </a:r>
        </a:p>
      </dsp:txBody>
      <dsp:txXfrm>
        <a:off x="1476863" y="2541439"/>
        <a:ext cx="1002595" cy="586948"/>
      </dsp:txXfrm>
    </dsp:sp>
    <dsp:sp modelId="{57759577-22AF-417E-BE8F-1670BAB304D8}">
      <dsp:nvSpPr>
        <dsp:cNvPr id="0" name=""/>
        <dsp:cNvSpPr/>
      </dsp:nvSpPr>
      <dsp:spPr>
        <a:xfrm>
          <a:off x="2601631" y="2706063"/>
          <a:ext cx="220292" cy="25770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01631" y="2757603"/>
        <a:ext cx="154204" cy="154621"/>
      </dsp:txXfrm>
    </dsp:sp>
    <dsp:sp modelId="{98B55BFF-8A81-4C85-B5BE-D6CE552512A7}">
      <dsp:nvSpPr>
        <dsp:cNvPr id="0" name=""/>
        <dsp:cNvSpPr/>
      </dsp:nvSpPr>
      <dsp:spPr>
        <a:xfrm>
          <a:off x="2913367" y="2523178"/>
          <a:ext cx="1039117" cy="6234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Deskewing</a:t>
          </a:r>
          <a:endParaRPr lang="en-US" sz="1200" kern="1200" dirty="0"/>
        </a:p>
      </dsp:txBody>
      <dsp:txXfrm>
        <a:off x="2931628" y="2541439"/>
        <a:ext cx="1002595" cy="586948"/>
      </dsp:txXfrm>
    </dsp:sp>
    <dsp:sp modelId="{058513A3-96A1-41C0-94CE-25E67DA681FA}">
      <dsp:nvSpPr>
        <dsp:cNvPr id="0" name=""/>
        <dsp:cNvSpPr/>
      </dsp:nvSpPr>
      <dsp:spPr>
        <a:xfrm>
          <a:off x="4056396" y="2706063"/>
          <a:ext cx="220292" cy="25770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056396" y="2757603"/>
        <a:ext cx="154204" cy="154621"/>
      </dsp:txXfrm>
    </dsp:sp>
    <dsp:sp modelId="{0C2924D3-4485-4AD3-9C84-A364925C5C6D}">
      <dsp:nvSpPr>
        <dsp:cNvPr id="0" name=""/>
        <dsp:cNvSpPr/>
      </dsp:nvSpPr>
      <dsp:spPr>
        <a:xfrm>
          <a:off x="4368131" y="2523178"/>
          <a:ext cx="1039117" cy="6234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CLAHE</a:t>
          </a:r>
        </a:p>
      </dsp:txBody>
      <dsp:txXfrm>
        <a:off x="4386392" y="2541439"/>
        <a:ext cx="1002595" cy="586948"/>
      </dsp:txXfrm>
    </dsp:sp>
    <dsp:sp modelId="{4E8B6B2D-0743-44FB-9EB0-83FD84B8F269}">
      <dsp:nvSpPr>
        <dsp:cNvPr id="0" name=""/>
        <dsp:cNvSpPr/>
      </dsp:nvSpPr>
      <dsp:spPr>
        <a:xfrm>
          <a:off x="5511160" y="2706063"/>
          <a:ext cx="220292" cy="25770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511160" y="2757603"/>
        <a:ext cx="154204" cy="154621"/>
      </dsp:txXfrm>
    </dsp:sp>
    <dsp:sp modelId="{FA61DBD9-D88A-44BB-A936-93EEA1D52892}">
      <dsp:nvSpPr>
        <dsp:cNvPr id="0" name=""/>
        <dsp:cNvSpPr/>
      </dsp:nvSpPr>
      <dsp:spPr>
        <a:xfrm>
          <a:off x="5822895" y="2523178"/>
          <a:ext cx="1039117" cy="6234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Denoising</a:t>
          </a:r>
        </a:p>
      </dsp:txBody>
      <dsp:txXfrm>
        <a:off x="5841156" y="2541439"/>
        <a:ext cx="1002595" cy="586948"/>
      </dsp:txXfrm>
    </dsp:sp>
    <dsp:sp modelId="{80A4B790-819E-4959-BF65-8FB8E26024D3}">
      <dsp:nvSpPr>
        <dsp:cNvPr id="0" name=""/>
        <dsp:cNvSpPr/>
      </dsp:nvSpPr>
      <dsp:spPr>
        <a:xfrm>
          <a:off x="6965925" y="2706063"/>
          <a:ext cx="220292" cy="25770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965925" y="2757603"/>
        <a:ext cx="154204" cy="154621"/>
      </dsp:txXfrm>
    </dsp:sp>
    <dsp:sp modelId="{69F33A44-C251-4148-AAFA-EA089875A21B}">
      <dsp:nvSpPr>
        <dsp:cNvPr id="0" name=""/>
        <dsp:cNvSpPr/>
      </dsp:nvSpPr>
      <dsp:spPr>
        <a:xfrm>
          <a:off x="7277660" y="2523178"/>
          <a:ext cx="1039117" cy="6234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Sharpening</a:t>
          </a:r>
        </a:p>
      </dsp:txBody>
      <dsp:txXfrm>
        <a:off x="7295921" y="2541439"/>
        <a:ext cx="1002595" cy="586948"/>
      </dsp:txXfrm>
    </dsp:sp>
    <dsp:sp modelId="{3D161FEB-34D0-4B67-8DC7-A0E42E43FDD3}">
      <dsp:nvSpPr>
        <dsp:cNvPr id="0" name=""/>
        <dsp:cNvSpPr/>
      </dsp:nvSpPr>
      <dsp:spPr>
        <a:xfrm>
          <a:off x="8420689" y="2706063"/>
          <a:ext cx="220292" cy="25770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420689" y="2757603"/>
        <a:ext cx="154204" cy="154621"/>
      </dsp:txXfrm>
    </dsp:sp>
    <dsp:sp modelId="{C29CBE1F-5E8F-4255-95A5-A53932EC87B1}">
      <dsp:nvSpPr>
        <dsp:cNvPr id="0" name=""/>
        <dsp:cNvSpPr/>
      </dsp:nvSpPr>
      <dsp:spPr>
        <a:xfrm>
          <a:off x="8732424" y="2523178"/>
          <a:ext cx="1039117" cy="6234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Adaptive Thresholding</a:t>
          </a:r>
        </a:p>
      </dsp:txBody>
      <dsp:txXfrm>
        <a:off x="8750685" y="2541439"/>
        <a:ext cx="1002595" cy="586948"/>
      </dsp:txXfrm>
    </dsp:sp>
    <dsp:sp modelId="{F0980012-5F25-4515-94E0-7F5A0C727848}">
      <dsp:nvSpPr>
        <dsp:cNvPr id="0" name=""/>
        <dsp:cNvSpPr/>
      </dsp:nvSpPr>
      <dsp:spPr>
        <a:xfrm>
          <a:off x="9875453" y="2706063"/>
          <a:ext cx="220292" cy="25770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9875453" y="2757603"/>
        <a:ext cx="154204" cy="154621"/>
      </dsp:txXfrm>
    </dsp:sp>
    <dsp:sp modelId="{C201F07D-AF29-4D8E-8BD5-37871B1F10EF}">
      <dsp:nvSpPr>
        <dsp:cNvPr id="0" name=""/>
        <dsp:cNvSpPr/>
      </dsp:nvSpPr>
      <dsp:spPr>
        <a:xfrm>
          <a:off x="10187189" y="2523178"/>
          <a:ext cx="1039117" cy="6234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Output Image</a:t>
          </a:r>
        </a:p>
      </dsp:txBody>
      <dsp:txXfrm>
        <a:off x="10205450" y="2541439"/>
        <a:ext cx="1002595" cy="586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1874a1a10_5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81874a1a10_5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1874a1a10_5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381874a1a10_5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8"/>
          <p:cNvSpPr txBox="1"/>
          <p:nvPr/>
        </p:nvSpPr>
        <p:spPr>
          <a:xfrm>
            <a:off x="3871247" y="5990606"/>
            <a:ext cx="426435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12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omparison">
  <p:cSld name="1_Comparis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839789" y="544287"/>
            <a:ext cx="4809899" cy="783771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2"/>
          </p:nvPr>
        </p:nvSpPr>
        <p:spPr>
          <a:xfrm>
            <a:off x="839789" y="1621971"/>
            <a:ext cx="4809899" cy="456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3"/>
          </p:nvPr>
        </p:nvSpPr>
        <p:spPr>
          <a:xfrm>
            <a:off x="6601097" y="544285"/>
            <a:ext cx="4797835" cy="783772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4"/>
          </p:nvPr>
        </p:nvSpPr>
        <p:spPr>
          <a:xfrm>
            <a:off x="6557553" y="1621971"/>
            <a:ext cx="4797835" cy="456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dt" idx="10"/>
          </p:nvPr>
        </p:nvSpPr>
        <p:spPr>
          <a:xfrm>
            <a:off x="838200" y="63631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ftr" idx="11"/>
          </p:nvPr>
        </p:nvSpPr>
        <p:spPr>
          <a:xfrm>
            <a:off x="4038600" y="637000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8610600" y="6370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" name="Google Shape;31;p19"/>
          <p:cNvCxnSpPr/>
          <p:nvPr/>
        </p:nvCxnSpPr>
        <p:spPr>
          <a:xfrm>
            <a:off x="6113412" y="544290"/>
            <a:ext cx="0" cy="5503817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" name="Google Shape;45;p22"/>
          <p:cNvCxnSpPr/>
          <p:nvPr/>
        </p:nvCxnSpPr>
        <p:spPr>
          <a:xfrm>
            <a:off x="6113412" y="1825625"/>
            <a:ext cx="0" cy="4222478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1" name="Google Shape;71;p26"/>
          <p:cNvCxnSpPr/>
          <p:nvPr/>
        </p:nvCxnSpPr>
        <p:spPr>
          <a:xfrm>
            <a:off x="838202" y="1881156"/>
            <a:ext cx="3933825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9" name="Google Shape;79;p27"/>
          <p:cNvCxnSpPr/>
          <p:nvPr/>
        </p:nvCxnSpPr>
        <p:spPr>
          <a:xfrm>
            <a:off x="838202" y="1881156"/>
            <a:ext cx="3933825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ontent with Caption">
  <p:cSld name="1_Content with 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0"/>
          <p:cNvSpPr txBox="1">
            <a:spLocks noGrp="1"/>
          </p:cNvSpPr>
          <p:nvPr>
            <p:ph type="body" idx="1"/>
          </p:nvPr>
        </p:nvSpPr>
        <p:spPr>
          <a:xfrm>
            <a:off x="5183190" y="0"/>
            <a:ext cx="700881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dt" idx="10"/>
          </p:nvPr>
        </p:nvSpPr>
        <p:spPr>
          <a:xfrm>
            <a:off x="838200" y="63631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title"/>
          </p:nvPr>
        </p:nvSpPr>
        <p:spPr>
          <a:xfrm>
            <a:off x="839788" y="457204"/>
            <a:ext cx="3932237" cy="122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cxnSp>
        <p:nvCxnSpPr>
          <p:cNvPr id="97" name="Google Shape;97;p30"/>
          <p:cNvCxnSpPr/>
          <p:nvPr/>
        </p:nvCxnSpPr>
        <p:spPr>
          <a:xfrm>
            <a:off x="838202" y="1881156"/>
            <a:ext cx="3933825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Custom Layout">
  <p:cSld name="2_Custom Layou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31"/>
          <p:cNvCxnSpPr/>
          <p:nvPr/>
        </p:nvCxnSpPr>
        <p:spPr>
          <a:xfrm>
            <a:off x="1762127" y="908228"/>
            <a:ext cx="4171951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31"/>
          <p:cNvSpPr txBox="1">
            <a:spLocks noGrp="1"/>
          </p:cNvSpPr>
          <p:nvPr>
            <p:ph type="body" idx="1"/>
          </p:nvPr>
        </p:nvSpPr>
        <p:spPr>
          <a:xfrm>
            <a:off x="504827" y="133350"/>
            <a:ext cx="7038975" cy="774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body" idx="2"/>
          </p:nvPr>
        </p:nvSpPr>
        <p:spPr>
          <a:xfrm>
            <a:off x="1762127" y="1038225"/>
            <a:ext cx="4248151" cy="774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i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1"/>
          <p:cNvSpPr>
            <a:spLocks noGrp="1"/>
          </p:cNvSpPr>
          <p:nvPr>
            <p:ph type="chart" idx="3"/>
          </p:nvPr>
        </p:nvSpPr>
        <p:spPr>
          <a:xfrm>
            <a:off x="200027" y="1645006"/>
            <a:ext cx="7115175" cy="428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31"/>
          <p:cNvSpPr txBox="1">
            <a:spLocks noGrp="1"/>
          </p:cNvSpPr>
          <p:nvPr>
            <p:ph type="body" idx="4"/>
          </p:nvPr>
        </p:nvSpPr>
        <p:spPr>
          <a:xfrm>
            <a:off x="7669215" y="1645010"/>
            <a:ext cx="3932237" cy="500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7"/>
          <p:cNvSpPr/>
          <p:nvPr/>
        </p:nvSpPr>
        <p:spPr>
          <a:xfrm>
            <a:off x="1322" y="0"/>
            <a:ext cx="12189361" cy="68580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509"/>
                </a:srgbClr>
              </a:gs>
              <a:gs pos="84000">
                <a:srgbClr val="E7E6E6">
                  <a:alpha val="29411"/>
                </a:srgbClr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7268" y="220413"/>
            <a:ext cx="1014555" cy="922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5421" y="366431"/>
            <a:ext cx="1907671" cy="67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>
            <a:spLocks noGrp="1"/>
          </p:cNvSpPr>
          <p:nvPr>
            <p:ph type="ctrTitle"/>
          </p:nvPr>
        </p:nvSpPr>
        <p:spPr>
          <a:xfrm>
            <a:off x="0" y="761400"/>
            <a:ext cx="12192000" cy="17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000" b="1" dirty="0">
                <a:latin typeface="Arial"/>
                <a:ea typeface="Arial"/>
                <a:cs typeface="Arial"/>
                <a:sym typeface="Arial"/>
              </a:rPr>
              <a:t>SEJONG OCR GROUP</a:t>
            </a:r>
            <a:endParaRPr dirty="0"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"/>
          </p:nvPr>
        </p:nvSpPr>
        <p:spPr>
          <a:xfrm>
            <a:off x="3720325" y="2858569"/>
            <a:ext cx="8036560" cy="223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Group Members:</a:t>
            </a:r>
            <a:endParaRPr b="1" dirty="0"/>
          </a:p>
          <a:p>
            <a:pPr marL="914400" lvl="1" indent="-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TRAN VIET PHU</a:t>
            </a:r>
            <a:endParaRPr dirty="0"/>
          </a:p>
          <a:p>
            <a:pPr marL="914400" lvl="1" indent="-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NGUYEN HOAI PHONG</a:t>
            </a:r>
            <a:endParaRPr dirty="0"/>
          </a:p>
          <a:p>
            <a:pPr marL="914400" lvl="1" indent="-457200" algn="l" rtl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SzPts val="2000"/>
              <a:buAutoNum type="arabicPeriod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PHAM DANG HUNG</a:t>
            </a:r>
            <a:endParaRPr dirty="0"/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7268" y="220413"/>
            <a:ext cx="1014555" cy="922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5421" y="366431"/>
            <a:ext cx="1907671" cy="67714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3720325" y="5348927"/>
            <a:ext cx="8036560" cy="439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SzPts val="2400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October</a:t>
            </a:r>
            <a:r>
              <a:rPr lang="en-US" sz="2400" dirty="0">
                <a:solidFill>
                  <a:schemeClr val="dk1"/>
                </a:solidFill>
              </a:rPr>
              <a:t> 12th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/>
        </p:nvSpPr>
        <p:spPr>
          <a:xfrm>
            <a:off x="971893" y="737517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 of Image Preprocessing</a:t>
            </a:r>
            <a:endParaRPr sz="3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7339B0C-3279-DB48-E5C5-6E758F12E6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9537407"/>
              </p:ext>
            </p:extLst>
          </p:nvPr>
        </p:nvGraphicFramePr>
        <p:xfrm>
          <a:off x="257348" y="894167"/>
          <a:ext cx="11230145" cy="5669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1874a1a10_5_24"/>
          <p:cNvSpPr txBox="1"/>
          <p:nvPr/>
        </p:nvSpPr>
        <p:spPr>
          <a:xfrm>
            <a:off x="1163320" y="519180"/>
            <a:ext cx="105156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Deskew</a:t>
            </a:r>
            <a:endParaRPr sz="3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81874a1a10_5_24"/>
          <p:cNvSpPr txBox="1"/>
          <p:nvPr/>
        </p:nvSpPr>
        <p:spPr>
          <a:xfrm>
            <a:off x="676219" y="1825988"/>
            <a:ext cx="11002701" cy="54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image is converted to grayscale and converted to black-and-white</a:t>
            </a:r>
            <a:r>
              <a:rPr lang="en-US" sz="2000" dirty="0"/>
              <a:t>.</a:t>
            </a:r>
            <a:endParaRPr sz="2000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Dilation technique is used to connect individual words and characters into a solid text block.</a:t>
            </a:r>
            <a:endParaRPr sz="2000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 all the contours in the image and select ones with the largest area.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the Skew Angle: the code creates a rectangle large enough to fit the whole text block →</a:t>
            </a:r>
            <a:r>
              <a:rPr lang="en-US" sz="2000" b="1" dirty="0"/>
              <a:t>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angle of this rectangle is also that of the text block.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original image is rotated by the calculated angle to straighten it.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/>
        </p:nvSpPr>
        <p:spPr>
          <a:xfrm>
            <a:off x="765755" y="526865"/>
            <a:ext cx="1102868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CLAHE (Contrast Limited Adaptive Histogram Equalization)</a:t>
            </a:r>
            <a:endParaRPr sz="3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1066769" y="1612032"/>
            <a:ext cx="10515600" cy="5426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dirty="0"/>
              <a:t>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mprove the contrast of the image, which is useful for images with uneven lightning.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 of processing the entire image at once, it divides the image into small blocks called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tile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8x8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grid)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 It does not burn or shadow the whole image.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clipLimit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3.0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”. This is a “safety limitation”, stopping the contrast level being pushed to far.</a:t>
            </a:r>
            <a:endParaRPr sz="2000" dirty="0"/>
          </a:p>
          <a:p>
            <a:pPr marL="228600" marR="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code only changes the L (Lightness) on LAB color space to change only the brightness.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1874a1a10_5_45"/>
          <p:cNvSpPr txBox="1"/>
          <p:nvPr/>
        </p:nvSpPr>
        <p:spPr>
          <a:xfrm>
            <a:off x="1163320" y="644855"/>
            <a:ext cx="105156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Sharpen</a:t>
            </a:r>
            <a:endParaRPr sz="3000" dirty="0"/>
          </a:p>
        </p:txBody>
      </p:sp>
      <p:sp>
        <p:nvSpPr>
          <p:cNvPr id="138" name="Google Shape;138;g381874a1a10_5_45"/>
          <p:cNvSpPr txBox="1"/>
          <p:nvPr/>
        </p:nvSpPr>
        <p:spPr>
          <a:xfrm>
            <a:off x="838200" y="2012336"/>
            <a:ext cx="10515600" cy="2255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uses a matrix (kernel) to recalculate each pixel's value. The kernel increases the value of the center pixel while decreasing its neighbors, creating a sharpening effect.</a:t>
            </a:r>
            <a:endParaRPr sz="2000" dirty="0"/>
          </a:p>
          <a:p>
            <a:pPr marL="342900" marR="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kernel works as a tiny calculator that slides over every pixel of the image. It looks at a pixel and its neighbors to decide the pixel's new value.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/>
        </p:nvSpPr>
        <p:spPr>
          <a:xfrm>
            <a:off x="1152370" y="671811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Adaptive Threshold</a:t>
            </a:r>
            <a:endParaRPr sz="3000" dirty="0"/>
          </a:p>
        </p:txBody>
      </p:sp>
      <p:sp>
        <p:nvSpPr>
          <p:cNvPr id="144" name="Google Shape;144;p15"/>
          <p:cNvSpPr txBox="1"/>
          <p:nvPr/>
        </p:nvSpPr>
        <p:spPr>
          <a:xfrm>
            <a:off x="838200" y="2003102"/>
            <a:ext cx="10515600" cy="250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 of using a single, fixed threshold for the entire image, this method calculates an optimal threshold for each small region of the image. 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highly effective for images with uneven brightness. This helps to maintain the word borders clear in dark/light areas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=&gt; It facilitates OCR the texts after being sharpened.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/>
        </p:nvSpPr>
        <p:spPr>
          <a:xfrm>
            <a:off x="1108566" y="622532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Animated 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Handling (GIF, 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WebP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150" name="Google Shape;150;p7"/>
          <p:cNvSpPr txBox="1"/>
          <p:nvPr/>
        </p:nvSpPr>
        <p:spPr>
          <a:xfrm>
            <a:off x="1037385" y="2003102"/>
            <a:ext cx="10515600" cy="3121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code uses the Pillow library to detect images with multiple frames.</a:t>
            </a:r>
            <a:endParaRPr sz="2000" dirty="0"/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 of just taking the first frame, it iterates through the first 10 frames.</a:t>
            </a:r>
            <a:endParaRPr sz="2000" dirty="0"/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frame, it applies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OTSU's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thresholding method and counts the number of white pixels</a:t>
            </a:r>
            <a:r>
              <a:rPr lang="en-US" sz="2000" dirty="0"/>
              <a:t>.</a:t>
            </a:r>
            <a:endParaRPr sz="2000" dirty="0"/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frame with the highest count of white pixels is considered the "fullest" and clearest frame, and is selected for the main processing pipeline. This is a very effective heuristic.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/>
        </p:nvSpPr>
        <p:spPr>
          <a:xfrm>
            <a:off x="1475740" y="929962"/>
            <a:ext cx="9240520" cy="115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of PaddleOCR</a:t>
            </a:r>
            <a:endParaRPr sz="4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1558692" y="2849880"/>
            <a:ext cx="9240520" cy="115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Noto Sans Symbols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of PaddleOCR</a:t>
            </a:r>
            <a:endParaRPr sz="4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9792" y="2680419"/>
            <a:ext cx="10758319" cy="124508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/>
        </p:nvSpPr>
        <p:spPr>
          <a:xfrm>
            <a:off x="1146894" y="671811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PaddleOCR</a:t>
            </a:r>
            <a:endParaRPr sz="3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993581" y="1989235"/>
            <a:ext cx="10295617" cy="564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OCR process is typically divided into two main stages: Text Detection and Text Recognition.</a:t>
            </a:r>
            <a:endParaRPr sz="2000" dirty="0"/>
          </a:p>
          <a:p>
            <a:pPr marL="228600" marR="0" lvl="0" indent="-228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of its strongest features is that it supports over 80 languages.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toolkit is designed for easy implementation. Developers can quickly integrate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PaddleOCR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into their applications using just a few lines of code.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215900" algn="just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/>
        </p:nvSpPr>
        <p:spPr>
          <a:xfrm>
            <a:off x="1163320" y="584204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Postprocess</a:t>
            </a:r>
            <a:endParaRPr sz="3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 txBox="1"/>
          <p:nvPr/>
        </p:nvSpPr>
        <p:spPr>
          <a:xfrm>
            <a:off x="1027270" y="1715549"/>
            <a:ext cx="10787700" cy="289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Korean morphological analyzer 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KoNLPy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to intelligently segment the Korean words being sticked to one another in the output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Read the raw text file from the OCR output. For each line, the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tokenizer breaks it down into its smallest meaningful unit</a:t>
            </a:r>
            <a:endParaRPr sz="2000" dirty="0"/>
          </a:p>
          <a:p>
            <a:pPr marL="0" marR="0" lvl="1" indent="-1143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The segmented units are then joined together with spaces.</a:t>
            </a:r>
            <a:endParaRPr sz="2000" dirty="0"/>
          </a:p>
          <a:p>
            <a:pPr marL="0" marR="0" lvl="1" indent="-1143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final output is a clean, space-tokenized text that is properly formatted and optimized for downstream NLP tasks like machine translation, sentiment analysis, or data extraction.</a:t>
            </a: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Widescreen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Noto Sans Symbols</vt:lpstr>
      <vt:lpstr>Arial</vt:lpstr>
      <vt:lpstr>Calibri</vt:lpstr>
      <vt:lpstr>Office Theme</vt:lpstr>
      <vt:lpstr>SEJONG OCR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 User</dc:creator>
  <cp:lastModifiedBy>Rinho Carlsen</cp:lastModifiedBy>
  <cp:revision>1</cp:revision>
  <dcterms:created xsi:type="dcterms:W3CDTF">2019-05-10T14:30:44Z</dcterms:created>
  <dcterms:modified xsi:type="dcterms:W3CDTF">2026-01-16T20:35:22Z</dcterms:modified>
</cp:coreProperties>
</file>